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pertanyaan pemantik: menurut kalian, makan tumbuhan dari mana? Tunjukkan daun hijau di lingkungan sekolah sebelum menjelaskan klorofil. Ajak siswa menyebutkan bahan mentah: air dari akar, CO2 dari udara.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Mulai dari pengalaman siswa: suhu dingin (minus), lantai gedung (positif-nol). Gambar garis bilangan di papan tulis, minta satu siswa maju menandai -3 dan 2, lalu tanya mana yang lebih besar.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Ceritakan satu anekdot singkat yang siswa kenal (misal lelucon guru di kelas), lalu dekonstruksi bersama: mana humornya, mana kritiknya. Baru masuk ke struktur formal teks.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C WAHIDKU\Music\Ai Teacher Assistant\_ppt_sample\slide-i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C WAHIDKU\Music\Ai Teacher Assistant\_ppt_sample\slide-mt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C WAHIDKU\Music\Ai Teacher Assistant\_ppt_sample\slide-bin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Slide Adaptif Per Mapel</dc:title>
  <dc:subject>PptxGenJS Presentation</dc:subject>
  <dc:creator>PptxGenJS</dc:creator>
  <cp:lastModifiedBy>PptxGenJS</cp:lastModifiedBy>
  <cp:revision>1</cp:revision>
  <dcterms:created xsi:type="dcterms:W3CDTF">2026-09-12T05:39:09Z</dcterms:created>
  <dcterms:modified xsi:type="dcterms:W3CDTF">2026-09-12T05:39:09Z</dcterms:modified>
</cp:coreProperties>
</file>