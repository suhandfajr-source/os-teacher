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pembuka: sapa siswa, kenalkan topik peredaran darah dengan analogi sungai kehidupan.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Pancing dengan pertanyaan: minta siswa cek denyut nadi mereka sekarang.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tujuan pembelajaran, kaitkan dengan kehidupan sehari-hari.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komponen darah satu per satu, gunakan analogi armada pengangkut.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siswa menyebutkan kembali tiga pilar sebelum lanjut.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arteri vs vena, gambar di papan tulis bila perlu.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Ceritakan perjalanan sel darah merah secara naratif.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Berikan waktu 2 menit untuk kuis cepat, jawab bersama.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rangkuman, minta siswa menyebutkan satu hal yang mereka pelajari.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preview\ipa-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preview\ipa-02-HOOK_STAT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preview\ipa-03-OBJECTI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preview\ipa-04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preview\ipa-05-CARDS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preview\ipa-06-SPLIT_COLU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preview\ipa-07-STORY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preview\ipa-08-REFLECTION_OR_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2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 WAHIDKU\Music\Ai Teacher Assistant\_ppt_sample\preview\ipa-09-TAKEA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Peredaran Darah Manusia (V3 Adaptive Theme)</dc:title>
  <dc:subject>PptxGenJS Presentation</dc:subject>
  <dc:creator>PptxGenJS</dc:creator>
  <cp:lastModifiedBy>PptxGenJS</cp:lastModifiedBy>
  <cp:revision>1</cp:revision>
  <dcterms:created xsi:type="dcterms:W3CDTF">2026-09-12T06:45:01Z</dcterms:created>
  <dcterms:modified xsi:type="dcterms:W3CDTF">2026-09-12T06:45:01Z</dcterms:modified>
</cp:coreProperties>
</file>